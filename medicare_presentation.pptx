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D9488"/>
                </a:solidFill>
                <a:latin typeface="Outfit"/>
              </a:defRPr>
            </a:pPr>
            <a:r>
              <a:t>MediCare Reminder System</a:t>
            </a:r>
          </a:p>
          <a:p>
            <a:pPr algn="ctr">
              <a:spcBef>
                <a:spcPts val="1500"/>
              </a:spcBef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Your Health, Our Priority</a:t>
            </a:r>
          </a:p>
          <a:p>
            <a:pPr algn="ctr">
              <a:spcBef>
                <a:spcPts val="1000"/>
              </a:spcBef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Project Presentation Slide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1. Abstract of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FFFFFF"/>
                </a:solidFill>
                <a:latin typeface="Plus Jakarta Sans"/>
              </a:defRPr>
            </a:pPr>
            <a:r>
              <a:t>The MediCare Reminder System (Aegis Health) is an offline-first, highly responsive web application built to enhance medication compliance and ensure safety for elderly patients.</a:t>
            </a:r>
          </a:p>
          <a:p>
            <a:pPr>
              <a:spcAft>
                <a:spcPts val="1000"/>
              </a:spcAft>
              <a:defRPr sz="1800" b="1">
                <a:solidFill>
                  <a:srgbClr val="0D9488"/>
                </a:solidFill>
                <a:latin typeface="Outfit"/>
              </a:defRPr>
            </a:pPr>
            <a:r>
              <a:t>Key highlights include:</a:t>
            </a:r>
          </a:p>
          <a:p>
            <a:pPr>
              <a:spcAft>
                <a:spcPts val="8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• Optimistic UI updates through local Firestore IndexedDB caching, eliminating database save lags.</a:t>
            </a:r>
          </a:p>
          <a:p>
            <a:pPr>
              <a:spcAft>
                <a:spcPts val="8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• Dynamic multi-language support localized in Telugu and Hindi for dynamic checkboxes and details.</a:t>
            </a:r>
          </a:p>
          <a:p>
            <a:pPr>
              <a:spcAft>
                <a:spcPts val="8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• Tactile dose reminders with built-in instant dialing links for primary doctors and emergency caretakers.</a:t>
            </a:r>
          </a:p>
          <a:p>
            <a:pPr>
              <a:spcAft>
                <a:spcPts val="800"/>
              </a:spcAft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• Emergency SOS triggers linked to real-time caregiver grids to monitor compliance and check-ups.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2.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Seniors and patients facing complex prescription schedules encounter high safety risks due to several challenges: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Medication Forgetfulness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Elderly patients skip scheduled doses or double-dose medication due to cognitive or memory declines.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Sluggish Portal Latencies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Standard online portals block the UI and lag when trying to save data during unstable network operations.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No Direct Dials in Emergency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Traditional checklists do not offer instant emergency calling features for caregivers or doctors during crises.</a:t>
            </a:r>
          </a:p>
          <a:p>
            <a:pPr>
              <a:spcBef>
                <a:spcPts val="800"/>
              </a:spcBef>
              <a:defRPr sz="1800" b="1">
                <a:solidFill>
                  <a:srgbClr val="F43F5E"/>
                </a:solidFill>
                <a:latin typeface="Outfit"/>
              </a:defRPr>
            </a:pPr>
            <a:r>
              <a:t>• Lack of Localization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Important instructions and checklists do not translate dynamic database entries into local languages (Telugu &amp; Hindi).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3. Existing and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F43F5E"/>
                </a:solidFill>
                <a:latin typeface="Outfit"/>
              </a:defRPr>
            </a:pPr>
            <a:r>
              <a:t>Existing Systems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Manual paper logs or static spreadsheets subject to loss or misplacement.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Cloud-only apps that freeze during slow internet operations and throw database errors.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Static checklists that cannot be easily read aloud or customized.</a:t>
            </a:r>
          </a:p>
          <a:p>
            <a:pPr>
              <a:spcAft>
                <a:spcPts val="1000"/>
              </a:spcAft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• English-only platforms that pose barriers to regional elderly users.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D9488"/>
                </a:solidFill>
                <a:latin typeface="Outfit"/>
              </a:defRPr>
            </a:pPr>
            <a:r>
              <a:t>Proposed System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Zero-Lag optimistic saving backed by Firestore Offline Persistence.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Instant tactile feedback: 50ms active button scale transitions and 100ms snappy modal openings.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Built-in Speak Aloud reader, Double Doctor Dialing button, and one-tap SOS Emergency modal.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✓ Dynamic localization translating state checklists fully in Telugu and Hindi.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4. Hardware and Software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D9488"/>
                </a:solidFill>
                <a:latin typeface="Outfit"/>
              </a:defRPr>
            </a:pPr>
            <a:r>
              <a:t>Hardware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Patient / Caretaker Device: Mobile, Tablet, Laptop, or PC.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Processor: Intel Core i3 or similar Mobile SoC.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RAM: 2 GB minimum (4 GB recommended).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Storage: 100 MB available local disk storage.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Display: Touchscreen display (for mobile usability).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0D9488"/>
                </a:solidFill>
                <a:latin typeface="Outfit"/>
              </a:defRPr>
            </a:pPr>
            <a:r>
              <a:t>Software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Operating System: Windows 10/11, macOS, Android, or iOS.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Web Browser: Google Chrome, Safari, Firefox, or Microsoft Edge.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Development Stack: HTML5, CSS3 (Vanilla), ES6+ Javascript.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Database Layer: Cloud Firestore &amp; Local browser IndexedDB.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• Hosting Environment: Vercel Production Server.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5.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The platform separates interface events, caching operations, and database synchronization to ensure lag-free usability:</a:t>
            </a:r>
          </a:p>
          <a:p>
            <a:pPr>
              <a:spcBef>
                <a:spcPts val="8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1. User Interface Layer (HTML5/CSS3)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Captures direct tap events, displays checklists, handles language changes, and animates alarms in 100ms.</a:t>
            </a:r>
          </a:p>
          <a:p>
            <a:pPr>
              <a:spcBef>
                <a:spcPts val="8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2. Local Persistence Store (IndexedDB Cache)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Maintains offline copy of user state. Reads and writes update here immediately, preventing thread blockages.</a:t>
            </a:r>
          </a:p>
          <a:p>
            <a:pPr>
              <a:spcBef>
                <a:spcPts val="8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3. Cloud Sync Manager (Firestore Engine)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Handles credentials, caregiver monitoring updates, and state syncing. Automatically falls back to local storage if network fails.</a:t>
            </a:r>
          </a:p>
          <a:p>
            <a:pPr>
              <a:spcBef>
                <a:spcPts val="8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4. Caregiver Live Grid</a:t>
            </a:r>
          </a:p>
          <a:p>
            <a:pPr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Listens dynamically to states updates to output compliance metrics, streaks, and check-up notifications.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6. Front End Design - Splash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Modern Visual Style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Curated dark background with glowing accent colors matching patient and caregiver entry routes.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Adaptive Branding Identity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Branding splash introducing 'Your Health, Our Priority' slogan within responsive mobile containers.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Simple Selection Portals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Clean buttons letting patients log in or caretakers switch to status grids immediately.</a:t>
            </a:r>
          </a:p>
        </p:txBody>
      </p:sp>
      <p:pic>
        <p:nvPicPr>
          <p:cNvPr id="4" name="Picture 3" descr="splash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097280"/>
            <a:ext cx="2286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6. Front End Design - Dose Alert 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Overlay Warning Panel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Alarm due cards intercept the main workspace immediately. Shows bold title, category form, and timing logs.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Quick Dials &amp; Skip Actions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Integrated Call Doctor buttons allow seniors to dial primary clinics with one simple tap.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Snappy Interaction Speeds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0.05s touch feedbacks and 100ms popup openings ensure senior actions save immediately.</a:t>
            </a:r>
          </a:p>
        </p:txBody>
      </p:sp>
      <p:pic>
        <p:nvPicPr>
          <p:cNvPr id="4" name="Picture 3" descr="dose_d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1148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6. Front End Design - SOS Emergency Alert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Critical Warn siren Alert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One tap triggers emergency sirening, alerts caretakers, and opens active health alerts dashboard.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Helper Public Contacts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Clearly visible links for direct dials to emergency contact numbers and medical helpline lines (108 / 112).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Snap Deactivate Button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High-contrast dismiss triggers allow seniors to cancel alarm tones as soon as they are safe.</a:t>
            </a:r>
          </a:p>
        </p:txBody>
      </p:sp>
      <p:pic>
        <p:nvPicPr>
          <p:cNvPr id="4" name="Picture 3" descr="sos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1148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9488"/>
                </a:solidFill>
                <a:latin typeface="Outfit"/>
              </a:defRPr>
            </a:pPr>
            <a:r>
              <a:t>Healthcare Adherence Re-imagined</a:t>
            </a:r>
          </a:p>
          <a:p>
            <a:pPr algn="ctr">
              <a:spcBef>
                <a:spcPts val="1500"/>
              </a:spcBef>
              <a:defRPr sz="2000" b="1">
                <a:solidFill>
                  <a:srgbClr val="FFFFFF"/>
                </a:solidFill>
                <a:latin typeface="Plus Jakarta Sans"/>
              </a:defRPr>
            </a:pPr>
            <a:r>
              <a:t>Offline-First, Zero click latency, and Immediate Caretaker SOS Alerts</a:t>
            </a:r>
          </a:p>
          <a:p>
            <a:pPr algn="ctr">
              <a:spcBef>
                <a:spcPts val="1000"/>
              </a:spcBef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Live Deployment: medicine-reminder-navy-phi.vercel.app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