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0D9488"/>
                </a:solidFill>
                <a:latin typeface="Outfit"/>
              </a:defRPr>
            </a:pPr>
            <a:r>
              <a:t>MediCare Reminder System</a:t>
            </a:r>
          </a:p>
          <a:p>
            <a:pPr>
              <a:spcBef>
                <a:spcPts val="1500"/>
              </a:spcBef>
              <a:defRPr sz="2200" b="1">
                <a:solidFill>
                  <a:srgbClr val="FFFFFF"/>
                </a:solidFill>
                <a:latin typeface="Plus Jakarta Sans"/>
              </a:defRPr>
            </a:pPr>
            <a:r>
              <a:t>Your Health, Our Priority</a:t>
            </a:r>
          </a:p>
          <a:p>
            <a:pPr>
              <a:spcBef>
                <a:spcPts val="1500"/>
              </a:spcBef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An offline-first medication reminder and emergency SOS alert portal built for seniors and caregivers.</a:t>
            </a:r>
          </a:p>
        </p:txBody>
      </p:sp>
      <p:pic>
        <p:nvPicPr>
          <p:cNvPr id="3" name="Picture 2" descr="splash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0"/>
            <a:ext cx="2286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1. Abstract of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FFFFF"/>
                </a:solidFill>
                <a:latin typeface="Plus Jakarta Sans"/>
              </a:defRPr>
            </a:pPr>
            <a:r>
              <a:t>MediCare is a simple, smart web application designed to help elderly patients manage their daily pills without confusion. It acts as a safety companion that works offline even without internet, speaks reminders aloud, and keeps caregivers updated in real-time.</a:t>
            </a:r>
          </a:p>
          <a:p>
            <a:pPr>
              <a:spcAft>
                <a:spcPts val="1200"/>
              </a:spcAft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✓ No Internet? No Problem! — Updates are saved instantly in the browser cache first and sync with the database later when online.</a:t>
            </a:r>
          </a:p>
          <a:p>
            <a:pPr>
              <a:spcAft>
                <a:spcPts val="1200"/>
              </a:spcAft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✓ Hindi &amp; Telugu Support — Translates instructions, logs, and buttons into local languages so seniors can easily understand them.</a:t>
            </a:r>
          </a:p>
          <a:p>
            <a:pPr>
              <a:spcAft>
                <a:spcPts val="1200"/>
              </a:spcAft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✓ One-Tap Doctor Dials — Direct calling actions placed directly inside the notifications to contact clinicians immediately.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2. The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9CA3AF"/>
                </a:solidFill>
                <a:latin typeface="Plus Jakarta Sans"/>
              </a:defRPr>
            </a:pPr>
            <a:r>
              <a:t>Standard health websites and mobile apps fail to support senior citizens because of four main barriers:</a:t>
            </a:r>
          </a:p>
          <a:p>
            <a:pPr>
              <a:spcBef>
                <a:spcPts val="800"/>
              </a:spcBef>
              <a:defRPr sz="1800" b="1">
                <a:solidFill>
                  <a:srgbClr val="F43F5E"/>
                </a:solidFill>
                <a:latin typeface="Outfit"/>
              </a:defRPr>
            </a:pPr>
            <a:r>
              <a:t>• Forgetfulness &amp; Safety Hazards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Seniors often miss scheduled pills, take wrong quantities, or accidentally take the same dose twice.</a:t>
            </a:r>
          </a:p>
          <a:p>
            <a:pPr>
              <a:spcBef>
                <a:spcPts val="800"/>
              </a:spcBef>
              <a:defRPr sz="1800" b="1">
                <a:solidFill>
                  <a:srgbClr val="F43F5E"/>
                </a:solidFill>
                <a:latin typeface="Outfit"/>
              </a:defRPr>
            </a:pPr>
            <a:r>
              <a:t>• Laggy Online Apps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Most applications freeze or show errors when internet is slow or disconnected, blocking user updates.</a:t>
            </a:r>
          </a:p>
          <a:p>
            <a:pPr>
              <a:spcBef>
                <a:spcPts val="800"/>
              </a:spcBef>
              <a:defRPr sz="1800" b="1">
                <a:solidFill>
                  <a:srgbClr val="F43F5E"/>
                </a:solidFill>
                <a:latin typeface="Outfit"/>
              </a:defRPr>
            </a:pPr>
            <a:r>
              <a:t>• English-Only Interfaces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Instruction portals are hard to navigate for seniors who only speak or read Hindi or Telugu.</a:t>
            </a:r>
          </a:p>
          <a:p>
            <a:pPr>
              <a:spcBef>
                <a:spcPts val="800"/>
              </a:spcBef>
              <a:defRPr sz="1800" b="1">
                <a:solidFill>
                  <a:srgbClr val="F43F5E"/>
                </a:solidFill>
                <a:latin typeface="Outfit"/>
              </a:defRPr>
            </a:pPr>
            <a:r>
              <a:t>• Difficult Emergency Actions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Traditional checkers do not offer immediate direct-dial buttons to call doctors or alert caretakers during crises.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3. Existing and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F43F5E"/>
                </a:solidFill>
                <a:latin typeface="Outfit"/>
              </a:defRPr>
            </a:pPr>
            <a:r>
              <a:t>Existing Systems (The Old Way)</a:t>
            </a:r>
          </a:p>
          <a:p>
            <a:pPr>
              <a:spcAft>
                <a:spcPts val="1000"/>
              </a:spcAft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• Manual paper logs that are easily lost or misplaced.</a:t>
            </a:r>
          </a:p>
          <a:p>
            <a:pPr>
              <a:spcAft>
                <a:spcPts val="1000"/>
              </a:spcAft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• Apps freeze and block user actions when database syncing takes too long.</a:t>
            </a:r>
          </a:p>
          <a:p>
            <a:pPr>
              <a:spcAft>
                <a:spcPts val="1000"/>
              </a:spcAft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• No simple panic triggers or automated caregiver sync updates.</a:t>
            </a:r>
          </a:p>
          <a:p>
            <a:pPr>
              <a:spcAft>
                <a:spcPts val="1000"/>
              </a:spcAft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• No local translation options for rural users.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0D9488"/>
                </a:solidFill>
                <a:latin typeface="Outfit"/>
              </a:defRPr>
            </a:pPr>
            <a:r>
              <a:t>Proposed System (Medicare)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✓ Zero Database Lag: Browser cache saves inputs instantly.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✓ 0.05s button active feedback and fast modal animations.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✓ One-click SOS sirens, direct clinician dialing, and Speak Aloud helper.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✓ Fully dynamic Telugu and Hindi localizations.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4. Hardware and Software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0D9488"/>
                </a:solidFill>
                <a:latin typeface="Outfit"/>
              </a:defRPr>
            </a:pPr>
            <a:r>
              <a:t>Hardware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User Devices: Smartphone, Tablet, or PC.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Processor: Intel Core i3 or mobile SoC equivalent.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System Memory: 2 GB RAM minimum.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Storage: 100 MB local disk storage.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Screen: Touch display recommended for mobile ease.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0D9488"/>
                </a:solidFill>
                <a:latin typeface="Outfit"/>
              </a:defRPr>
            </a:pPr>
            <a:r>
              <a:t>Software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OS: Windows, macOS, Android, or iOS.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Web Browsers: Chrome, Safari, Edge, or Firefox.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Dev Tools: HTML5, CSS3, ES6+ Javascript.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Database Engine: Cloud Firestore with IndexedDB.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Deployment Host: Vercel Production Environment.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5.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9CA3AF"/>
                </a:solidFill>
                <a:latin typeface="Plus Jakarta Sans"/>
              </a:defRPr>
            </a:pPr>
            <a:r>
              <a:t>The platform is separated into three simple components to guarantee speed and security: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1. User Interface (Front End)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Captures taps, plays siren warnings, and formats translated text instantly.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2. Local Cache (IndexedDB)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Saves and retrieves data instantly in browser memory, preventing database save locks.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3. Cloud Sync (Firebase Engine)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Uploads local logs to the caregiver database automatically when internet is active.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6. Front End Design - Splash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Modern App Welcome Screen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Deep charcoal theme styled to match mobile form factors natively.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Two Access Portals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Gives simple routes for Patients to view cards and Caregivers to monitor logs.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Bold Color Accents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Vibrant colors make text readable for senior citizens.</a:t>
            </a:r>
          </a:p>
        </p:txBody>
      </p:sp>
      <p:pic>
        <p:nvPicPr>
          <p:cNvPr id="4" name="Picture 3" descr="splash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097280"/>
            <a:ext cx="2286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6. Front End Design - Dose Alert Modal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Overlay Reminder Card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Alert opens immediately when a scheduled medicine is due, showing pill quantity and details.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Instant Doctor Call Button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Let seniors click to call their primary doctor immediately during complications.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Tactile Feedback Actions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Mark pill intake Taken or Snooze it for 10 minutes with instant tap responses.</a:t>
            </a:r>
          </a:p>
        </p:txBody>
      </p:sp>
      <p:pic>
        <p:nvPicPr>
          <p:cNvPr id="4" name="Picture 3" descr="dose_d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1148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6. Front End Design - SOS Emergency Alert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Loud Local Siren Alarms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Plays siren warnings and notifies caregiver dashboards immediately.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Direct Calling Action List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Aggregated emergency contacts, doctor numbers, and ambulances (108 / 112).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Quick Dismiss Trigger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High-contrast deactivate button lets the user cancel sirens as soon as they are safe.</a:t>
            </a:r>
          </a:p>
        </p:txBody>
      </p:sp>
      <p:pic>
        <p:nvPicPr>
          <p:cNvPr id="4" name="Picture 3" descr="sos_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1148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Simple, Safe &amp; Reliable</a:t>
            </a:r>
          </a:p>
          <a:p>
            <a:pPr>
              <a:spcBef>
                <a:spcPts val="1500"/>
              </a:spcBef>
              <a:defRPr sz="1800">
                <a:solidFill>
                  <a:srgbClr val="FFFFFF"/>
                </a:solidFill>
                <a:latin typeface="Plus Jakarta Sans"/>
              </a:defRPr>
            </a:pPr>
            <a:r>
              <a:t>Medicare bridges the gap between patient compliance and caregiver peace-of-mind by resolving cloud delays, network timeouts, and language barriers.</a:t>
            </a:r>
          </a:p>
          <a:p>
            <a:pPr>
              <a:spcBef>
                <a:spcPts val="1500"/>
              </a:spcBef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Live App URL: medicine-reminder-navy-phi.vercel.app</a:t>
            </a:r>
          </a:p>
        </p:txBody>
      </p:sp>
      <p:pic>
        <p:nvPicPr>
          <p:cNvPr id="3" name="Picture 2" descr="dose_d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3840480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